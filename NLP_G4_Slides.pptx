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15b0d61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15b0d6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15b0d61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15b0d6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15b0d61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15b0d61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15b0d61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915b0d6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915b0d61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915b0d61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15b0d61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915b0d61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15b0d61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15b0d61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15b0d61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15b0d61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15b0d61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915b0d61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15b0d61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15b0d61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971775"/>
            <a:ext cx="8520600" cy="18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800">
                <a:latin typeface="Times New Roman"/>
                <a:ea typeface="Times New Roman"/>
                <a:cs typeface="Times New Roman"/>
                <a:sym typeface="Times New Roman"/>
              </a:rPr>
              <a:t>Comparison of Text Feature Representations and Classification Models for Fake News Detection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Mohamed Omari &amp; Harn Zhin Chong (Group 4)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Ironhack Bootcamp - AI Engineering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24.04.2026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model to classify news as Real vs Fake.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different text preprocessing, feature representations, and models.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representations (e.g., Word2Vec, BERT embeddings) will outperform classical methods like BoW or TF-IDF.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>
                <a:latin typeface="Times New Roman"/>
                <a:ea typeface="Times New Roman"/>
                <a:cs typeface="Times New Roman"/>
                <a:sym typeface="Times New Roman"/>
              </a:rPr>
              <a:t>Data Overview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headlines: 34152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300" y="1845475"/>
            <a:ext cx="5273249" cy="3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and real headlines share many common top words (e.g. “to”, “Trump”).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word “video” is mostly mentioned in the fake headlines.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75" y="2130100"/>
            <a:ext cx="7085250" cy="301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17321" l="0" r="0" t="0"/>
          <a:stretch/>
        </p:blipFill>
        <p:spPr>
          <a:xfrm>
            <a:off x="32051" y="103484"/>
            <a:ext cx="9144000" cy="5040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>
                <a:latin typeface="Times New Roman"/>
                <a:ea typeface="Times New Roman"/>
                <a:cs typeface="Times New Roman"/>
                <a:sym typeface="Times New Roman"/>
              </a:rPr>
              <a:t>Training vs Validation by Feature Family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78000" y="1219325"/>
            <a:ext cx="361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Embedding-based methods, especially BERT, achieved the highest validation accuracy and included the best overall setup.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Sparse-text methods were more tightly clustered, showing stable but generally lower performance than embeddings.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" name="Google Shape;87;p18"/>
          <p:cNvGrpSpPr/>
          <p:nvPr/>
        </p:nvGrpSpPr>
        <p:grpSpPr>
          <a:xfrm>
            <a:off x="3878625" y="1219325"/>
            <a:ext cx="4953674" cy="3801225"/>
            <a:chOff x="311700" y="1323300"/>
            <a:chExt cx="4953674" cy="3801225"/>
          </a:xfrm>
        </p:grpSpPr>
        <p:pic>
          <p:nvPicPr>
            <p:cNvPr id="88" name="Google Shape;88;p18"/>
            <p:cNvPicPr preferRelativeResize="0"/>
            <p:nvPr/>
          </p:nvPicPr>
          <p:blipFill rotWithShape="1">
            <a:blip r:embed="rId3">
              <a:alphaModFix/>
            </a:blip>
            <a:srcRect b="0" l="0" r="34913" t="4297"/>
            <a:stretch/>
          </p:blipFill>
          <p:spPr>
            <a:xfrm>
              <a:off x="311700" y="1323300"/>
              <a:ext cx="4953673" cy="380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8"/>
            <p:cNvPicPr preferRelativeResize="0"/>
            <p:nvPr/>
          </p:nvPicPr>
          <p:blipFill rotWithShape="1">
            <a:blip r:embed="rId3">
              <a:alphaModFix/>
            </a:blip>
            <a:srcRect b="75930" l="65477" r="0" t="4297"/>
            <a:stretch/>
          </p:blipFill>
          <p:spPr>
            <a:xfrm>
              <a:off x="3360763" y="4192950"/>
              <a:ext cx="1904611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>
                <a:latin typeface="Times New Roman"/>
                <a:ea typeface="Times New Roman"/>
                <a:cs typeface="Times New Roman"/>
                <a:sym typeface="Times New Roman"/>
              </a:rPr>
              <a:t>Training vs Validation: Feature and Model Families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63875" y="1490400"/>
            <a:ext cx="2491500" cy="30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Embeddings helped Neural Network and XGBoost the most.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Regression, SVM and Random Forest remained strong across both feature families.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Naive Bayes benefited less.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5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19575" t="5785"/>
          <a:stretch/>
        </p:blipFill>
        <p:spPr>
          <a:xfrm>
            <a:off x="2655375" y="1490400"/>
            <a:ext cx="6409574" cy="33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98275"/>
            <a:ext cx="8323399" cy="437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237100"/>
            <a:ext cx="8520600" cy="48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representation mattered more than preprocessing.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Sparse-text tweaks had little impact.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Embedding-based methods, especially “BERT”, can outperform classical sparse-text approaches when paired with suitable models such as Neural Networks.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sparse-text pipelines, especially “TF-IDF + Logistic Regression”, remain strong and interpretable baselines.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models tend to overfit more, while simpler models generalize better.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 Pipelines meant long runtime.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Pipeline and RandomizedSearchCV.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choice: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depends on accuracy vs interpretability: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performance → BERT + Neural Network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Simplicity &amp; efficiency → TF-IDF + Logistic Regression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176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for the attention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486"/>
            <a:ext cx="9143999" cy="4770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